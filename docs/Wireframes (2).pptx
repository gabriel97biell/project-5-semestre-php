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Tela 1 - Login Web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7772400" cy="4572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77724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34640" y="1645920"/>
            <a:ext cx="18288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2560320"/>
            <a:ext cx="22860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0" y="3200400"/>
            <a:ext cx="22860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3931920"/>
            <a:ext cx="18288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5778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Anotações:</a:t>
            </a:r>
          </a:p>
          <a:p>
            <a:pPr>
              <a:defRPr sz="1200"/>
            </a:pPr>
            <a:r>
              <a:t>• Logo posicionada no topo da página</a:t>
            </a:r>
          </a:p>
          <a:p>
            <a:pPr>
              <a:defRPr sz="1200"/>
            </a:pPr>
            <a:r>
              <a:t>• Campos de login centralizados</a:t>
            </a:r>
          </a:p>
          <a:p>
            <a:pPr>
              <a:defRPr sz="1200"/>
            </a:pPr>
            <a:r>
              <a:t>• Botão principal destacado</a:t>
            </a:r>
          </a:p>
          <a:p>
            <a:pPr>
              <a:defRPr sz="1200"/>
            </a:pPr>
            <a:r>
              <a:t>• Link de recuperação de senha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Tela 2 - Dashboard Web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7772400" cy="4572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77724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42062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03120" y="1645920"/>
            <a:ext cx="11887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49039" y="1645920"/>
            <a:ext cx="11887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94960" y="1645920"/>
            <a:ext cx="1188720" cy="73152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03120" y="2743200"/>
            <a:ext cx="45720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5778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Anotações:</a:t>
            </a:r>
          </a:p>
          <a:p>
            <a:pPr>
              <a:defRPr sz="1200"/>
            </a:pPr>
            <a:r>
              <a:t>• Menu lateral para navegação</a:t>
            </a:r>
          </a:p>
          <a:p>
            <a:pPr>
              <a:defRPr sz="1200"/>
            </a:pPr>
            <a:r>
              <a:t>• Cards com informações principais</a:t>
            </a:r>
          </a:p>
          <a:p>
            <a:pPr>
              <a:defRPr sz="1200"/>
            </a:pPr>
            <a:r>
              <a:t>• Tabela central com dados</a:t>
            </a:r>
          </a:p>
          <a:p>
            <a:pPr>
              <a:defRPr sz="1200"/>
            </a:pPr>
            <a:r>
              <a:t>• Botão de ação rápida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Tela 3 - Lista de Registros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7772400" cy="4572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77724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42062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03120" y="1645920"/>
            <a:ext cx="18288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03120" y="2286000"/>
            <a:ext cx="45720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03120" y="2834640"/>
            <a:ext cx="45720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03120" y="3383280"/>
            <a:ext cx="45720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03120" y="3931920"/>
            <a:ext cx="45720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Anotações:</a:t>
            </a:r>
          </a:p>
          <a:p>
            <a:pPr>
              <a:defRPr sz="1200"/>
            </a:pPr>
            <a:r>
              <a:t>• Tabela organizada em linhas</a:t>
            </a:r>
          </a:p>
          <a:p>
            <a:pPr>
              <a:defRPr sz="1200"/>
            </a:pPr>
            <a:r>
              <a:t>• Campo de pesquisa acima da tabela</a:t>
            </a:r>
          </a:p>
          <a:p>
            <a:pPr>
              <a:defRPr sz="1200"/>
            </a:pPr>
            <a:r>
              <a:t>• Botões de editar e excluir</a:t>
            </a:r>
          </a:p>
          <a:p>
            <a:pPr>
              <a:defRPr sz="1200"/>
            </a:pPr>
            <a:r>
              <a:t>• Botão para adicionar novo registro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Tela 4 - Cadastro de Registro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7772400" cy="4572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77724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42062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94560" y="1737360"/>
            <a:ext cx="32004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94560" y="2468880"/>
            <a:ext cx="32004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94560" y="3200400"/>
            <a:ext cx="32004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94560" y="3931920"/>
            <a:ext cx="32004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4572000"/>
            <a:ext cx="1371600" cy="4572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Anotações:</a:t>
            </a:r>
          </a:p>
          <a:p>
            <a:pPr>
              <a:defRPr sz="1200"/>
            </a:pPr>
            <a:r>
              <a:t>• Formulário dividido em campos</a:t>
            </a:r>
          </a:p>
          <a:p>
            <a:pPr>
              <a:defRPr sz="1200"/>
            </a:pPr>
            <a:r>
              <a:t>• Layout simples e organizado</a:t>
            </a:r>
          </a:p>
          <a:p>
            <a:pPr>
              <a:defRPr sz="1200"/>
            </a:pPr>
            <a:r>
              <a:t>• Botão salvar em destaque</a:t>
            </a:r>
          </a:p>
          <a:p>
            <a:pPr>
              <a:defRPr sz="1200"/>
            </a:pPr>
            <a:r>
              <a:t>• Botão cancelar abaixo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Tela 5 - Perfil / Configurações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7772400" cy="4572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77724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371600" cy="42062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926080" y="1645920"/>
            <a:ext cx="9144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2743200"/>
            <a:ext cx="32004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3383280"/>
            <a:ext cx="32004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86000" y="4023360"/>
            <a:ext cx="32004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5778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Anotações:</a:t>
            </a:r>
          </a:p>
          <a:p>
            <a:pPr>
              <a:defRPr sz="1200"/>
            </a:pPr>
            <a:r>
              <a:t>• Informações do usuário organizadas</a:t>
            </a:r>
          </a:p>
          <a:p>
            <a:pPr>
              <a:defRPr sz="1200"/>
            </a:pPr>
            <a:r>
              <a:t>• Menu lateral de configurações</a:t>
            </a:r>
          </a:p>
          <a:p>
            <a:pPr>
              <a:defRPr sz="1200"/>
            </a:pPr>
            <a:r>
              <a:t>• Área para alterar senha</a:t>
            </a:r>
          </a:p>
          <a:p>
            <a:pPr>
              <a:defRPr sz="1200"/>
            </a:pPr>
            <a:r>
              <a:t>• Botão sair no final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